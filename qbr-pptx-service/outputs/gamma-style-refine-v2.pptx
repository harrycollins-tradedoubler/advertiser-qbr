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" y="1143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- HP Store</a:t>
            </a:r>
            <a:endParaRPr lang="en-US" sz="3100" dirty="0"/>
          </a:p>
        </p:txBody>
      </p:sp>
      <p:sp>
        <p:nvSpPr>
          <p:cNvPr id="68" name="Text 66"/>
          <p:cNvSpPr/>
          <p:nvPr/>
        </p:nvSpPr>
        <p:spPr>
          <a:xfrm>
            <a:off x="621792" y="2103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2025-12-01 to 2026-03-25 vs 2024-12-01 to 2025-03-25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621792" y="29718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8952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883664" y="2971800"/>
            <a:ext cx="160020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93392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[PERIOD] ANALYSIS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21792" y="24963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Increase sales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621792" y="4572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9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68" name="Text 66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69" name="Text 67"/>
          <p:cNvSpPr/>
          <p:nvPr/>
        </p:nvSpPr>
        <p:spPr>
          <a:xfrm>
            <a:off x="64008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period: 2025-12-01 to 2026-03-25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30936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period: 2024-12-01 to 2025-03-25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640080" y="425196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8680" y="44256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All figures are reported in EUR unless otherwise stated. YoY variance is calculated as current period vs comparison period.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66" name="Shape 64"/>
          <p:cNvSpPr/>
          <p:nvPr/>
        </p:nvSpPr>
        <p:spPr>
          <a:xfrm>
            <a:off x="640080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86000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41248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41248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54,562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841248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-12.0%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352544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98464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53712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553712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£24,076,021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4553712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-2.2%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065008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10928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8266176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66176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£441.26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8266176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+11.1%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40080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40080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39696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28600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41248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Clicks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41248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42,050,161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841248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-19.7%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352544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352544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852160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998464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553712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 Rate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4553712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0.13%</a:t>
            </a:r>
            <a:endParaRPr lang="en-US" sz="1400" dirty="0"/>
          </a:p>
        </p:txBody>
      </p:sp>
      <p:sp>
        <p:nvSpPr>
          <p:cNvPr id="100" name="Text 98"/>
          <p:cNvSpPr/>
          <p:nvPr/>
        </p:nvSpPr>
        <p:spPr>
          <a:xfrm>
            <a:off x="4553712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+9.6%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40080" y="49834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improved despite softer traffic</a:t>
            </a:r>
            <a:endParaRPr lang="en-US" sz="1150" dirty="0"/>
          </a:p>
        </p:txBody>
      </p:sp>
      <p:sp>
        <p:nvSpPr>
          <p:cNvPr id="102" name="Text 100"/>
          <p:cNvSpPr/>
          <p:nvPr/>
        </p:nvSpPr>
        <p:spPr>
          <a:xfrm>
            <a:off x="640080" y="5376672"/>
            <a:ext cx="1069848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Efficiency: Conversion rate improved +9.6% (0.12% to 0.13%). Clicks declined -19.7% while sales declined -12.0%.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Basket vs Volume: AOV improved +11.1% (£397.01 to £441.26). Total order value declined -2.2% (-£532,425) despite transaction movement.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Cost Control: CPA improved +9.7% (£15.09 to £16.55). Publisher commission moved -3.5% YoY.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 &amp; Conversion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breakdown of traffic, sales and conversion performance vs prior 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Volume &amp; Conversion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Conversion rate and AOV should be interpreted together with click and sales volume.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Cost, CPA &amp; ROI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spend efficiency and return on investment vs prior 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Cost, CPA &amp; ROI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ROI = Total Order Value ÷ Total Commission. A higher ROI indicates greater return per £1 of commission spend. Publisher Commission and Total Commission are equal in this period - no overrides recorded.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contribution across the selected scope.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1094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1094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12345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£12,544,201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28,411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1094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Germany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23456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€8,904,115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19,084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1094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Netherlands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34567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€2,627,705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7,067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Implications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62472" y="1828800"/>
            <a:ext cx="0" cy="4297680"/>
          </a:xfrm>
          <a:prstGeom prst="line">
            <a:avLst/>
          </a:prstGeom>
          <a:noFill/>
          <a:ln w="12700">
            <a:solidFill>
              <a:srgbClr val="90B1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07608" y="219456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07608" y="324612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007608" y="429768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07608" y="534924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5800" y="187452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Efficiency: Conversion rate improved +9.6% (0.12% to 0.13%). Clicks declined -19.7% while sales declined -12.0%.</a:t>
            </a:r>
            <a:endParaRPr lang="en-US" sz="1250" dirty="0"/>
          </a:p>
        </p:txBody>
      </p:sp>
      <p:sp>
        <p:nvSpPr>
          <p:cNvPr id="75" name="Text 73"/>
          <p:cNvSpPr/>
          <p:nvPr/>
        </p:nvSpPr>
        <p:spPr>
          <a:xfrm>
            <a:off x="685800" y="329184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Basket vs Volume: AOV improved +11.1% (£397.01 to £441.26). Total order value declined -2.2% (-£532,425) despite transaction movement.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685800" y="470916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Cost Control: CPA improved +9.7% (£15.09 to £16.55). Publisher commission moved -3.5% YoY.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6400800" y="290779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Return: ROI improved +1.3% (26.31 to 26.66). This reflects order value generated per unit of commission spend.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6400800" y="446227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Publisher Signal: driver not confirmed from available publisher mover data.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Priority Actions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Three critical focus areas for the next cycle.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40080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0080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76856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841248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 December 2025 to 25 March 2026 vs 1 December 2024 to 25 March 2025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370832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370832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07608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4572000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Sales: 54,562 (-7,422, -12.0%)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8101584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01584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738360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8302752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value: £24,076,021 (-£532,425, -2.2%)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0080" y="20665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Summary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40080" y="2286000"/>
            <a:ext cx="4937760" cy="3886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2313432"/>
          <a:ext cx="4882896" cy="3831336"/>
        </p:xfrm>
        <a:graphic>
          <a:graphicData uri="http://schemas.openxmlformats.org/drawingml/2006/table">
            <a:tbl>
              <a:tblPr/>
              <a:tblGrid>
                <a:gridCol w="813816"/>
                <a:gridCol w="813816"/>
                <a:gridCol w="813816"/>
                <a:gridCol w="813816"/>
                <a:gridCol w="813816"/>
                <a:gridCol w="813816"/>
              </a:tblGrid>
              <a:tr h="1277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1277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19,221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£7,112,230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1277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15,604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£6,108,554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+7.2%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2" name="Text 69"/>
          <p:cNvSpPr/>
          <p:nvPr/>
        </p:nvSpPr>
        <p:spPr>
          <a:xfrm>
            <a:off x="594360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73" name="Text 70"/>
          <p:cNvSpPr/>
          <p:nvPr/>
        </p:nvSpPr>
        <p:spPr>
          <a:xfrm>
            <a:off x="5989320" y="2286000"/>
            <a:ext cx="512064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Skimlinks delivered the strongest incremental sales growth, supported by higher order value.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Redbrain improved order value year on year despite lower click growth.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VoucherCodes remained a large contributor but saw softer sales and order value.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TopCashback declined on both sales and clicks year on year.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Sales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Direction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Up = positive YoY movement; Down = negative YoY movement.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Order Value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Order Value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Direction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Order value movers indicate where incremental revenue was won or lost YoY.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Clicks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Clicks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Direction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Traffic movement helps explain volume and conversion shifts across the publisher mix.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Performance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 performance broken down by publisher segment.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4008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08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868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Voucher: -8.4% YoY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621792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652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Content: +7.2% YoY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64008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008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6868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  <p:sp>
        <p:nvSpPr>
          <p:cNvPr id="78" name="Shape 76"/>
          <p:cNvSpPr/>
          <p:nvPr/>
        </p:nvSpPr>
        <p:spPr>
          <a:xfrm>
            <a:off x="621792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1792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4652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Publishers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Brand-new publishers are not included in YoY comparisons until a prior-year baseline exists.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&amp; Emerging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Early performance signals for publishers still in ramp-up phase.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3504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6384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705856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88736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03504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6384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705856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88736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40080" y="571500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68680" y="58887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Emerging publishers are defined as partners with limited active history; full YoY signal is expected in the next cycle.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Recommended publishers for activation in the next period.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OV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Sales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Source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If no prospects are currently available, populate this slide from the live outreach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68" name="Shape 66"/>
          <p:cNvSpPr/>
          <p:nvPr/>
        </p:nvSpPr>
        <p:spPr>
          <a:xfrm>
            <a:off x="493776" y="177393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5216" y="183794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14400" y="173736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1. 1 December 2025 to 25 March 2026 vs 1 December 2024 to 25 March 2025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493776" y="282549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5216" y="288950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914400" y="278892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2. Sales: 54,562 (-7,422, -12.0%)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493776" y="387705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5216" y="394106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14400" y="384048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3. Order value: £24,076,021 (-£532,425, -2.2%)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493776" y="492861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5216" y="499262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914400" y="489204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4. AOV: £441.26 (+£44.25, +11.1%)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493776" y="598017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5216" y="604418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914400" y="594360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5. Clicks: 42,050,161 (-10,314,194, -19.7%)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 performance and mitigation actions.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763774"/>
                <a:gridCol w="2763774"/>
                <a:gridCol w="2763774"/>
                <a:gridCol w="2763774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Likelihood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502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Thank you.</a:t>
            </a:r>
            <a:endParaRPr lang="en-US" sz="3000" dirty="0"/>
          </a:p>
        </p:txBody>
      </p:sp>
      <p:sp>
        <p:nvSpPr>
          <p:cNvPr id="68" name="Shape 66"/>
          <p:cNvSpPr/>
          <p:nvPr/>
        </p:nvSpPr>
        <p:spPr>
          <a:xfrm>
            <a:off x="274320" y="1143000"/>
            <a:ext cx="11640312" cy="5257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70" name="Text 68"/>
          <p:cNvSpPr/>
          <p:nvPr/>
        </p:nvSpPr>
        <p:spPr>
          <a:xfrm>
            <a:off x="548640" y="23591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- 2025-12-01 to 2026-03-25 Quarterly Business Review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48640" y="292608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Confirm action owners and deadlines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Share this report with stakeholders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Schedule next QBR checkpoint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5303520" y="2926080"/>
            <a:ext cx="530352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Prepared by: HP Store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Role: Affiliate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Date: 2025-12-01 to 2026-03-25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94360" y="5074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8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YoY Table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12064" y="1783080"/>
            <a:ext cx="11109960" cy="47091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65429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Previous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Difference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Variance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 Rate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ROI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2026-04-07T10:45:11Z</dcterms:created>
  <dcterms:modified xsi:type="dcterms:W3CDTF">2026-04-07T10:45:11Z</dcterms:modified>
</cp:coreProperties>
</file>