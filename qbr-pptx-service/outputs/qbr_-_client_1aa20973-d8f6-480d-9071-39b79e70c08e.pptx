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183880" y="0"/>
            <a:ext cx="4005072" cy="6858000"/>
          </a:xfrm>
          <a:prstGeom prst="rect">
            <a:avLst/>
          </a:prstGeom>
          <a:solidFill>
            <a:srgbClr val="ECE9E3"/>
          </a:solidFill>
          <a:ln w="12700">
            <a:solidFill>
              <a:srgbClr val="ECE9E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22208" y="621792"/>
            <a:ext cx="2057400" cy="2057400"/>
          </a:xfrm>
          <a:prstGeom prst="ellipse">
            <a:avLst/>
          </a:prstGeom>
          <a:solidFill>
            <a:srgbClr val="2B73FF">
              <a:alpha val="84000"/>
            </a:srgbClr>
          </a:solidFill>
          <a:ln w="12700">
            <a:solidFill>
              <a:srgbClr val="2B73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53035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Tradedoubler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13232" y="1316736"/>
            <a:ext cx="6720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QBR - Client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49808" y="2267712"/>
            <a:ext cx="6035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6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Reporting period not provided vs Comparison period not provided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49808" y="2779776"/>
            <a:ext cx="5852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B7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General performance review remains the primary QBR focus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49808" y="35661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General performance review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49808" y="4279392"/>
            <a:ext cx="4937760" cy="13533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Client: Client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Language: English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Currency: GBP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B73FF"/>
          </a:solidFill>
          <a:ln w="12700">
            <a:solidFill>
              <a:srgbClr val="2B73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35640" y="329184"/>
            <a:ext cx="749808" cy="146304"/>
          </a:xfrm>
          <a:prstGeom prst="rect">
            <a:avLst/>
          </a:prstGeom>
          <a:solidFill>
            <a:srgbClr val="FFABEE"/>
          </a:solidFill>
          <a:ln w="12700">
            <a:solidFill>
              <a:srgbClr val="FFAB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631168" y="329184"/>
            <a:ext cx="201168" cy="146304"/>
          </a:xfrm>
          <a:prstGeom prst="rect">
            <a:avLst/>
          </a:prstGeom>
          <a:solidFill>
            <a:srgbClr val="FFD332"/>
          </a:solidFill>
          <a:ln w="12700">
            <a:solidFill>
              <a:srgbClr val="FFD3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3504" y="6437376"/>
            <a:ext cx="10972800" cy="0"/>
          </a:xfrm>
          <a:prstGeom prst="line">
            <a:avLst/>
          </a:prstGeom>
          <a:noFill/>
          <a:ln w="12700">
            <a:solidFill>
              <a:srgbClr val="D7D2C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64808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F6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Tradedoubler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064240" y="64282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F6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58368" y="438912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Summary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86384" y="1225296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General performance review remains the primary QBR focus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804672" y="1883664"/>
            <a:ext cx="4846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6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Reporting period not provided vs Comparison period not provided. Focus: General performance review.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Tradedoubler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QBR - Client</dc:title>
  <dc:subject>Quarterly business review</dc:subject>
  <dc:creator>QBR PPTX Service</dc:creator>
  <cp:lastModifiedBy>QBR PPTX Service</cp:lastModifiedBy>
  <cp:revision>1</cp:revision>
  <dcterms:created xsi:type="dcterms:W3CDTF">2026-04-07T09:26:20Z</dcterms:created>
  <dcterms:modified xsi:type="dcterms:W3CDTF">2026-04-07T09:26:20Z</dcterms:modified>
</cp:coreProperties>
</file>