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70" name="Text 68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70" name="Text 68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373989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1246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46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46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segment drove the highest OV growth - +107.5% YoY, primarily led by VoucherCodes.co.uk (+?1,661,460).</a:t>
            </a:r>
            <a:endParaRPr lang="en-US" sz="1080" dirty="0"/>
          </a:p>
        </p:txBody>
      </p:sp>
      <p:sp>
        <p:nvSpPr>
          <p:cNvPr id="76" name="Shape 73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Other segment saw the largest absolute OV decrease - -?4,576,264 YoY (-29.8%), led by Criteo Limited and Atolls UK.</a:t>
            </a:r>
            <a:endParaRPr lang="en-US" sz="1080" dirty="0"/>
          </a:p>
        </p:txBody>
      </p:sp>
      <p:sp>
        <p:nvSpPr>
          <p:cNvPr id="79" name="Shape 76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 brand-new publishers were activated in the current period, contributing ?1,800,738 in combined OV.</a:t>
            </a:r>
            <a:endParaRPr lang="en-US" sz="1080" dirty="0"/>
          </a:p>
        </p:txBody>
      </p:sp>
      <p:sp>
        <p:nvSpPr>
          <p:cNvPr id="82" name="Shape 79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84" name="Text 81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concentration: TopCashBack and Blue Light Card (Cashback) alone account for ?7,417,656 - over 30% of total programme OV.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70" name="Shape 68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70" name="Shape 68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2" name="Text 70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56285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2026-04-07T11:03:45Z</dcterms:created>
  <dcterms:modified xsi:type="dcterms:W3CDTF">2026-04-07T11:03:45Z</dcterms:modified>
</cp:coreProperties>
</file>