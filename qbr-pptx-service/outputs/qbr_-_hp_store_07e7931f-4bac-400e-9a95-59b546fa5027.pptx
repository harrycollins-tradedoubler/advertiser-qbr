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F3F4F6">
              <a:alpha val="3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F3F4F6">
              <a:alpha val="2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F3F4F6">
                <a:alpha val="14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9" name="Text 67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26.66</a:t>
            </a:r>
            <a:endParaRPr lang="en-US" sz="1400" dirty="0"/>
          </a:p>
        </p:txBody>
      </p:sp>
      <p:sp>
        <p:nvSpPr>
          <p:cNvPr id="103" name="Text 101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+1.3%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40080" y="5257800"/>
            <a:ext cx="10698480" cy="914400"/>
          </a:xfrm>
          <a:prstGeom prst="roundRect">
            <a:avLst/>
          </a:prstGeom>
          <a:solidFill>
            <a:srgbClr val="F3F4F6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68096" y="542239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HP Store Affiliate Program delivered mixed results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14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1821180"/>
                <a:gridCol w="1821180"/>
                <a:gridCol w="1821180"/>
                <a:gridCol w="1821180"/>
                <a:gridCol w="1821180"/>
                <a:gridCol w="1821180"/>
              </a:tblGrid>
              <a:tr h="1072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072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072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1072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F3F4F6">
              <a:alpha val="2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F3F4F6">
              <a:alpha val="1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F3F4F6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0080" y="2286000"/>
            <a:ext cx="4937760" cy="388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59152"/>
          <a:ext cx="4754880" cy="3739896"/>
        </p:xfrm>
        <a:graphic>
          <a:graphicData uri="http://schemas.openxmlformats.org/drawingml/2006/table">
            <a:tbl>
              <a:tblPr/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1246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246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246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Text 70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5943600" y="2267712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108192" y="24688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630936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Skimlinks delivered the strongest incremental sales growth, supported by higher order value.</a:t>
            </a:r>
            <a:endParaRPr lang="en-US" sz="1080" dirty="0"/>
          </a:p>
        </p:txBody>
      </p:sp>
      <p:sp>
        <p:nvSpPr>
          <p:cNvPr id="77" name="Shape 74"/>
          <p:cNvSpPr/>
          <p:nvPr/>
        </p:nvSpPr>
        <p:spPr>
          <a:xfrm>
            <a:off x="5943600" y="3191256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108192" y="33924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6309360" y="33284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Redbrain improved order value year on year despite lower click growth.</a:t>
            </a:r>
            <a:endParaRPr lang="en-US" sz="1080" dirty="0"/>
          </a:p>
        </p:txBody>
      </p:sp>
      <p:sp>
        <p:nvSpPr>
          <p:cNvPr id="80" name="Shape 77"/>
          <p:cNvSpPr/>
          <p:nvPr/>
        </p:nvSpPr>
        <p:spPr>
          <a:xfrm>
            <a:off x="5943600" y="4114800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108192" y="43159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82" name="Text 79"/>
          <p:cNvSpPr/>
          <p:nvPr/>
        </p:nvSpPr>
        <p:spPr>
          <a:xfrm>
            <a:off x="6309360" y="42519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VoucherCodes remained a large contributor but saw softer sales and order value.</a:t>
            </a:r>
            <a:endParaRPr lang="en-US" sz="1080" dirty="0"/>
          </a:p>
        </p:txBody>
      </p:sp>
      <p:sp>
        <p:nvSpPr>
          <p:cNvPr id="83" name="Shape 80"/>
          <p:cNvSpPr/>
          <p:nvPr/>
        </p:nvSpPr>
        <p:spPr>
          <a:xfrm>
            <a:off x="5943600" y="5038344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108192" y="5239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85" name="Text 82"/>
          <p:cNvSpPr/>
          <p:nvPr/>
        </p:nvSpPr>
        <p:spPr>
          <a:xfrm>
            <a:off x="6309360" y="51755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TopCashback declined on both sales and clicks year on year.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8577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F3F4F6">
              <a:alpha val="2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F3F4F6">
              <a:alpha val="1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F3F4F6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288536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442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F3F4F6">
              <a:alpha val="3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F3F4F6">
              <a:alpha val="2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F3F4F6">
                <a:alpha val="14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9" name="Shape 67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456285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56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2026-04-07T11:07:11Z</dcterms:created>
  <dcterms:modified xsi:type="dcterms:W3CDTF">2026-04-07T11:07:11Z</dcterms:modified>
</cp:coreProperties>
</file>