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General performance review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2026-01-01 to 2026-04-07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2025-01-01 to 2025-04-07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35,995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-18.5%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€16,907,128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-10.5%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€469.71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+9.8%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18,602,983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-49.5%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0.19%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+61.5%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+61.5% (0.12% to 0.19%). Clicks decreased -49.5% while sales decreased -18.5%.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+9.8% (€427.67 to €469.71). Total order value decreased -10.5% (-€1,977,069)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+6.5% (€15.95 to €16.99). Publisher commission moved -13.2%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18,602,983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36,860,051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-18,257,068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35,995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44,156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+61.5%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€469.71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€427.67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€42.04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€16,907,128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€18,884,197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-€1,977,069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€611,589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-€92,839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€611,589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-€92,839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€16.99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€1.04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27.64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+61.5% (0.12% to 0.19%). Clicks decreased -49.5% while sales decreased -18.5%.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+9.8% (€427.67 to €469.71). Total order value decreased -10.5% (-€1,977,069)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+6.5% (€15.95 to €16.99). Publisher commission moved -13.2%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+3.1% (26.81 to 27.64).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strongest Sales mover VoucherCodes.co.uk (3,185); largest decline Criteo Limited (-3,304).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January 2026 to 7 April 2026 vs 1 January 2025 to 7 April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35,995 (−8,161, −18.5%)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€16,907,128 (−€1,977,069, −10.5%)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5,755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+100.9%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€2,602,681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+205.4%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17,510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€8,049,508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47,287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€19,076,281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-29.4%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€268,959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3,949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-6.0%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€2,859,235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2026-01-01 to 2026-04-07 vs 2025-01-01 to 2025-04-07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VoucherCodes.co.uk (Site ID 1534580, Voucher) — Current Sales 3,345; Sales YoY % +1990.6%; Current OV €1,626,284; OV YoY Change €1,556,034; OV YoY % +2215.0%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ES (Site ID 3048432, Other) — Current Sales 2,720; Sales YoY % +390.1%; Current OV €1,479,818; OV YoY Change €1,234,006; OV YoY % +502.0%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Incentive Networks (Site ID 1272528, Other) — Current Sales 1,480; Sales YoY % +678.9%; Current OV €238,189; OV YoY Change €179,673; OV YoY % +307.1%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3,185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+1990.6%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2,720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2,165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+390.1%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1,290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+678.9%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UNiDAYS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1970762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1,605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+139.6%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€1,626,284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€1,556,034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+2215.0%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€1,479,818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€1,234,006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+502.0%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€1,823,240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€705,257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€721,610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€526,191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+269.3%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€238,189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€179,673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+307.1%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AFFILIATION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2819631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1,595,835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1,324,595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+488.3%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191,095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+408.8%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HakuDeals -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3271845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153,348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111,168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57,925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+108.7%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42,445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39,025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+1141.1%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+205.4%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Cashback: -10.8%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Other: -29.4% YoY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-13.9% YoY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579299"/>
                <a:gridCol w="1579299"/>
                <a:gridCol w="1579299"/>
                <a:gridCol w="1579299"/>
                <a:gridCol w="1579299"/>
                <a:gridCol w="1579299"/>
                <a:gridCol w="157929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HotUKDeals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1018132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€534,646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HerculesGadgets - Dutch - SocialME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3319903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€305,154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€7.82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Shoptastic GB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3348437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€400,480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EverySaving.co.uk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2803474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€264,647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adnamics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3358509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€180,761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€15.58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Voucherbox | €14,233 | 20 sales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VEVE (ES) | €8,407 | 16 sales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i-Reductions Switzerland | €2,392 | 6 sales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Opera Browser UK | €1,788 | 6 sales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January 2026 to 7 April 2026 vs 1 January 2025 to 7 April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35,995 (−8,161, −18.5%)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€16,907,128 (−€1,977,069, −10.5%)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€469.71 (+€42.04, +9.8%)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18,602,983 (−18,257,068, −49.5%)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- 2026-01-01 to 2026-04-07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2026-01-01 to 2026-04-07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2026-04-07T11:16:58Z</dcterms:created>
  <dcterms:modified xsi:type="dcterms:W3CDTF">2026-04-07T11:16:58Z</dcterms:modified>
</cp:coreProperties>
</file>