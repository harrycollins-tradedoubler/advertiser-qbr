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68" name="Text 66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2026-01-01 to 2026-04-07 vs 2025-01-01 to 2025-04-07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General performance review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2026-01-01 to 2026-04-07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2025-01-01 to 2025-04-07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EUR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35,987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-18.5%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€16,904,131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-10.5%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€469.73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+9.8%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18,602,983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-49.5%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0.19%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+61.5%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40080" y="49834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improved despite softer traffic</a:t>
            </a:r>
            <a:endParaRPr lang="en-US" sz="1150" dirty="0"/>
          </a:p>
        </p:txBody>
      </p:sp>
      <p:sp>
        <p:nvSpPr>
          <p:cNvPr id="102" name="Text 100"/>
          <p:cNvSpPr/>
          <p:nvPr/>
        </p:nvSpPr>
        <p:spPr>
          <a:xfrm>
            <a:off x="640080" y="5376672"/>
            <a:ext cx="1069848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+61.5% (0.12% to 0.19%). Clicks decreased -49.5% while sales decreased -18.5%.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+9.8% (€427.67 to €469.73). Total order value decreased -10.5% (-€1,980,066) despite transaction movement.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+6.5% (€15.95 to €16.99). Publisher commission moved -13.2% YoY.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18,602,983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36,860,051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-18,257,068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-49.5%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35,987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44,156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-8,169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0.07%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+61.5%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€469.73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€427.67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€42.06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€16,904,131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€18,884,197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-€1,980,066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€611,579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€704,428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-€92,849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€611,579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€704,428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-€92,849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€16.99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€15.95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€1.04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8759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27.64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26.81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0.83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+3.1%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+61.5% (0.12% to 0.19%). Clicks decreased -49.5% while sales decreased -18.5%.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+9.8% (€427.67 to €469.73). Total order value decreased -10.5% (-€1,980,066) despite transaction movement.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+6.5% (€15.95 to €16.99). Publisher commission moved -13.2% YoY.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increased +3.1% (26.81 to 27.64). This reflects order value generated per unit of commission spend.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strongest Sales mover VoucherCodes.co.uk (3,180); largest decline Criteo Limited (-3,311).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Priority Actions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Three critical focus areas for the next cycle.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76856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841248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2026-01-01 to 2026-04-07 vs 2025-01-01 to 2025-04-07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370832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70832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07608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4572000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35,987 (Difference: -8,169, % Variance: -18.5%)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101584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01584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8302752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€16,904,131 (Difference: -€1,980,066, % Variance: -10.5%)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40080" y="2286000"/>
            <a:ext cx="4937760" cy="3886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2313432"/>
          <a:ext cx="4882896" cy="3831336"/>
        </p:xfrm>
        <a:graphic>
          <a:graphicData uri="http://schemas.openxmlformats.org/drawingml/2006/table">
            <a:tbl>
              <a:tblPr/>
              <a:tblGrid>
                <a:gridCol w="813816"/>
                <a:gridCol w="813816"/>
                <a:gridCol w="813816"/>
                <a:gridCol w="813816"/>
                <a:gridCol w="813816"/>
                <a:gridCol w="813816"/>
              </a:tblGrid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5,750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+100.7%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€2,592,869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+204.2%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Cashback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17,500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€8,048,862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47,270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-26.7%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€19,071,550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-29.4%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-18.5%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€268,959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385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CSS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3,949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-6.0%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€2,859,235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-5.1%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2" name="Text 69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5989320" y="2286000"/>
            <a:ext cx="512064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Reporting period: 2026-01-01 to 2026-04-07 vs 2025-01-01 to 2025-04-07 (YoY)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VoucherCodes.co.uk (Site ID 1534580) — Current Sales: 3,340; Sales YoY %: +1987.5%; Current OV: €1,616,473; OV YoY Change: €1,546,222; OV YoY %: +2201.0%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RedBrain ES (Site ID 3048432) — Current Sales: 2,720; Sales YoY %: +390.1%; Current OV: €1,479,818; OV YoY Change: €1,234,006; OV YoY %: +502.0%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Incentive Networks (Site ID 1272528) — Current Sales: 1,480; Sales YoY %: +678.9%; Current OV: €238,189; OV YoY Change: €179,673; OV YoY %: +307.1%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1534580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3,340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3,180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+1987.5%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3048432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2,720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2,165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+390.1%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Incentive Networks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1272528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1,480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1,290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+678.9%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UNiDAYS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1970762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6,875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1,175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+20.6%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1503186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1,605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+139.6%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1534580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€1,616,473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€1,546,222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+2201.0%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3048432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€1,479,818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€1,234,006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+502.0%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CSS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3051105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€1,823,240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€705,257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+63.1%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1503186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€721,610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€526,191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+269.3%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Incentive Networks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1272528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€238,189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€179,673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+307.1%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842516"/>
                <a:gridCol w="1842516"/>
                <a:gridCol w="1842516"/>
                <a:gridCol w="1842516"/>
                <a:gridCol w="1842516"/>
                <a:gridCol w="1842516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Direction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CRITEO AFFILIATION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2819631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1,595,835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1,324,595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+488.3%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3048432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191,095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153,540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+408.8%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HakuDeals - 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3271845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153,348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111,168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+263.6%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CSS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3051105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111,200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57,925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+108.7%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1534580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Up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42,445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39,025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+1141.1%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+204.2% YoY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Cashback: -10.8% YoY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Other: -29.4% YoY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-13.9% YoY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1579299"/>
                <a:gridCol w="1579299"/>
                <a:gridCol w="1579299"/>
                <a:gridCol w="1579299"/>
                <a:gridCol w="1579299"/>
                <a:gridCol w="1579299"/>
                <a:gridCol w="1579299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HotUKDeals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1018132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1,180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€534,646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€10.15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HerculesGadgets - Dutch - SocialME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3319903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870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€305,154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€7.82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Shoptastic GB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3348437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820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€400,480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€10.61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EverySaving.co.uk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2803474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€264,647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€0.00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adnamics CH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3358509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Other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464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€180,761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€15.58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Voucherbox | €14,233 | 20 sales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VEVE (ES) | €8,407 | 16 sales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i-Reductions Switzerland | €2,392 | 6 sales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Opera Browser UK | €1,788 | 6 sales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211019"/>
                <a:gridCol w="2211019"/>
                <a:gridCol w="2211019"/>
                <a:gridCol w="2211019"/>
                <a:gridCol w="2211019"/>
              </a:tblGrid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1899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0" name="Shape 67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2026-01-01 to 2026-04-07 vs 2025-01-01 to 2025-04-07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35,987 (Difference: -8,169, % Variance: -18.5%)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€16,904,131 (Difference: -€1,980,066, % Variance: -10.5%)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€469.73 (Difference: €42.06, % Variance: +9.8%)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18,602,983 (Difference: -18,257,068, % Variance: -49.5%)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44348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7DAE1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" y="1810512"/>
          <a:ext cx="11055096" cy="4379976"/>
        </p:xfrm>
        <a:graphic>
          <a:graphicData uri="http://schemas.openxmlformats.org/drawingml/2006/table">
            <a:tbl>
              <a:tblPr/>
              <a:tblGrid>
                <a:gridCol w="2763774"/>
                <a:gridCol w="2763774"/>
                <a:gridCol w="2763774"/>
                <a:gridCol w="2763774"/>
              </a:tblGrid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VoucherCodes.co.uk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 CSS CH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 UK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7299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Incentive Networks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68" name="Shape 66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0" name="Text 68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- 2026-01-01 to 2026-04-07 Quarterly Business Review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2026-01-01 to 2026-04-07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2026-04-07T10:57:05Z</dcterms:created>
  <dcterms:modified xsi:type="dcterms:W3CDTF">2026-04-07T10:57:05Z</dcterms:modified>
</cp:coreProperties>
</file>