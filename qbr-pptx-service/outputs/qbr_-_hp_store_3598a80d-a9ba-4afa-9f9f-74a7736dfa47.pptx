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109" name="Text 107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115" name="Text 113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111" name="Text 109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112" name="Text 110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115" name="Text 113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122" name="Text 120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129" name="Text 127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136" name="Text 134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ROI</a:t>
            </a:r>
            <a:endParaRPr lang="en-US" sz="1000" dirty="0"/>
          </a:p>
        </p:txBody>
      </p:sp>
      <p:sp>
        <p:nvSpPr>
          <p:cNvPr id="142" name="Text 140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26.66</a:t>
            </a:r>
            <a:endParaRPr lang="en-US" sz="1400" dirty="0"/>
          </a:p>
        </p:txBody>
      </p:sp>
      <p:sp>
        <p:nvSpPr>
          <p:cNvPr id="143" name="Text 141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+1.3%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640080" y="5257800"/>
            <a:ext cx="10698480" cy="914400"/>
          </a:xfrm>
          <a:prstGeom prst="roundRect">
            <a:avLst/>
          </a:prstGeom>
          <a:solidFill>
            <a:srgbClr val="F3F4F6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68096" y="542239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HP Store Affiliate Program delivered mixed results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9809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834640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9834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51572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02996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1883664"/>
        </p:xfrm>
        <a:graphic>
          <a:graphicData uri="http://schemas.openxmlformats.org/drawingml/2006/table">
            <a:tbl>
              <a:tblPr/>
              <a:tblGrid>
                <a:gridCol w="1821180"/>
                <a:gridCol w="1821180"/>
                <a:gridCol w="1821180"/>
                <a:gridCol w="1821180"/>
                <a:gridCol w="1821180"/>
                <a:gridCol w="18211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50" dirty="0"/>
          </a:p>
        </p:txBody>
      </p:sp>
      <p:sp>
        <p:nvSpPr>
          <p:cNvPr id="116" name="Text 114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50" dirty="0"/>
          </a:p>
        </p:txBody>
      </p:sp>
      <p:sp>
        <p:nvSpPr>
          <p:cNvPr id="117" name="Text 115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50" dirty="0"/>
          </a:p>
        </p:txBody>
      </p:sp>
      <p:sp>
        <p:nvSpPr>
          <p:cNvPr id="118" name="Text 116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119" name="Text 117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640080" y="2286000"/>
            <a:ext cx="4937760" cy="1554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59152"/>
          <a:ext cx="4754880" cy="1408176"/>
        </p:xfrm>
        <a:graphic>
          <a:graphicData uri="http://schemas.openxmlformats.org/drawingml/2006/table">
            <a:tbl>
              <a:tblPr/>
              <a:tblGrid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Text 110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114" name="Shape 111"/>
          <p:cNvSpPr/>
          <p:nvPr/>
        </p:nvSpPr>
        <p:spPr>
          <a:xfrm>
            <a:off x="5943600" y="2267712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6108192" y="24688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16" name="Text 113"/>
          <p:cNvSpPr/>
          <p:nvPr/>
        </p:nvSpPr>
        <p:spPr>
          <a:xfrm>
            <a:off x="6309360" y="24048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Skimlinks delivered the strongest incremental sales growth, supported by higher order value.</a:t>
            </a:r>
            <a:endParaRPr lang="en-US" sz="1080" dirty="0"/>
          </a:p>
        </p:txBody>
      </p:sp>
      <p:sp>
        <p:nvSpPr>
          <p:cNvPr id="117" name="Shape 114"/>
          <p:cNvSpPr/>
          <p:nvPr/>
        </p:nvSpPr>
        <p:spPr>
          <a:xfrm>
            <a:off x="5943600" y="3191256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6108192" y="33924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19" name="Text 116"/>
          <p:cNvSpPr/>
          <p:nvPr/>
        </p:nvSpPr>
        <p:spPr>
          <a:xfrm>
            <a:off x="6309360" y="33284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Redbrain improved order value year on year despite lower click growth.</a:t>
            </a:r>
            <a:endParaRPr lang="en-US" sz="1080" dirty="0"/>
          </a:p>
        </p:txBody>
      </p:sp>
      <p:sp>
        <p:nvSpPr>
          <p:cNvPr id="120" name="Shape 117"/>
          <p:cNvSpPr/>
          <p:nvPr/>
        </p:nvSpPr>
        <p:spPr>
          <a:xfrm>
            <a:off x="5943600" y="4114800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6108192" y="43159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22" name="Text 119"/>
          <p:cNvSpPr/>
          <p:nvPr/>
        </p:nvSpPr>
        <p:spPr>
          <a:xfrm>
            <a:off x="6309360" y="42519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VoucherCodes remained a large contributor but saw softer sales and order value.</a:t>
            </a:r>
            <a:endParaRPr lang="en-US" sz="1080" dirty="0"/>
          </a:p>
        </p:txBody>
      </p:sp>
      <p:sp>
        <p:nvSpPr>
          <p:cNvPr id="123" name="Shape 120"/>
          <p:cNvSpPr/>
          <p:nvPr/>
        </p:nvSpPr>
        <p:spPr>
          <a:xfrm>
            <a:off x="5943600" y="5038344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6108192" y="52395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25" name="Text 122"/>
          <p:cNvSpPr/>
          <p:nvPr/>
        </p:nvSpPr>
        <p:spPr>
          <a:xfrm>
            <a:off x="6309360" y="51755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TopCashback declined on both sales and clicks year on year.</a:t>
            </a:r>
            <a:endParaRPr lang="en-US" sz="1080" dirty="0"/>
          </a:p>
        </p:txBody>
      </p:sp>
      <p:sp>
        <p:nvSpPr>
          <p:cNvPr id="126" name="Shape 123"/>
          <p:cNvSpPr/>
          <p:nvPr/>
        </p:nvSpPr>
        <p:spPr>
          <a:xfrm>
            <a:off x="640080" y="3931920"/>
            <a:ext cx="4937760" cy="0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113" name="Shape 111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116" name="Shape 114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119" name="Shape 117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731770"/>
                <a:gridCol w="2731770"/>
                <a:gridCol w="2731770"/>
                <a:gridCol w="273177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109" name="Shape 107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111" name="Text 109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512064" y="1783080"/>
            <a:ext cx="1110996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59689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2026-04-07T11:27:00Z</dcterms:created>
  <dcterms:modified xsi:type="dcterms:W3CDTF">2026-04-07T11:27:00Z</dcterms:modified>
</cp:coreProperties>
</file>