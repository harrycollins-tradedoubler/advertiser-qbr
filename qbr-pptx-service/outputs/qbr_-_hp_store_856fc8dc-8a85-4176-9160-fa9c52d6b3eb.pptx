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General performance review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2026-01-01 to 2026-04-07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2025-01-01 to 2025-04-07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EUR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35,937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-18.6%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€16,884,456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-10.6%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€469.83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+9.9%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18,579,001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-49.6%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0.19%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+61.5%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18,579,001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36,860,051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-18,281,050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35,937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44,156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-8,219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+61.5%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€469.83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€427.67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€42.16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€16,884,456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€18,884,197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-€1,999,741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€610,909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-€93,519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€610,909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-€93,519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€17.00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€1.05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27.64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26.81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0.83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/ Total Commission. Higher ROI indicates greater return per unit of commission spend.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58368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425696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35,937 (Difference: -8,219; % Variance: -18.6%)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193024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Rate: 0.19% (Difference: 0.07%; % Variance: +61.5%)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40080" y="4261104"/>
            <a:ext cx="10058400" cy="0"/>
          </a:xfrm>
          <a:prstGeom prst="line">
            <a:avLst/>
          </a:prstGeom>
          <a:noFill/>
          <a:ln w="12700">
            <a:solidFill>
              <a:srgbClr val="2A63D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8328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240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Clicks: 18,579,001 (Difference: -18,281,050; % Variance: -49.6%)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557784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€16,884,456 (Difference: -€1,999,741; % Variance: -10.6%)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35,937 (Difference: -8,219; % Variance: -18.6%)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Rate: 0.19% (Difference: 0.07%; % Variance: +61.5%)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937760" cy="38862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5,730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+100.0%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€2,585,535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17,470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€8,043,418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47,225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€19,062,795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€268,959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3,949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-6.0%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€2,859,235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-5.1%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1" name="Text 68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2026-01-01 to 2026-04-07 vs 2025-01-01 to 2025-04-07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VoucherCodes.co.uk (Site ID 1534580) — Segment: Voucher — Current Sales: 3,330 — Current OV: €1,615,538 — OV YoY Change: €1,545,288 — OV YoY %: +2199.7% — Sales YoY %: +1981.3%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ES (Site ID 3048432) — Segment: Other — Current Sales: 2,715 — Current OV: €1,479,570 — OV YoY Change: €1,233,757 — OV YoY %: +501.9% — Sales YoY %: +389.2%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Incentive Networks (Site ID 1272528) — Segment: Other — Current Sales: 1,480 — Current OV: €238,189 — OV YoY Change: €179,673 — OV YoY %: +307.1% — Sales YoY %: +678.9%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Growth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delivering the highest absolute order value increases year-over-year.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3,330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+1981.3%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€1,615,538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€1,545,288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+2199.7%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2,715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+389.2%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€1,479,570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€1,233,757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+501.9%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1272528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+678.9%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€238,189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€179,673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+307.1%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HotUKDeals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1018132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N/A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€533,516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€533,516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N/A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UNiDAYS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1970762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€1,362,158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-€915,854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2026-01-01 to 2026-04-07 vs 2025-01-01 to 2025-04-07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Decline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with the largest absolute order value decreases.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Decline Publishers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Limited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2235216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4,613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€1,492,739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-€765,048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-33.9%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Blue Light Card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1550824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8,130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-26.3%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€3,103,522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-€411,727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-11.7%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YieldKit.com (CH)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2300289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2,577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-52.1%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€1,235,430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-€1,212,984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Atolls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2856934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-86.0%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€188,699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-€1,433,777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digidip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2142931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-97.7%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€18,245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-€398,875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-95.6%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Declining publishers should be reviewed with account teams and validated before the next QBR cycle.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Performers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by Order Value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Highest-performing publishers by current period order value.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Current Performers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 Commission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1131200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€3,905,007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7,218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€114,890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€15.92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Blue Light Card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1550824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€3,103,522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8,130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-26.3%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-11.7%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€42,849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€5.27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3051105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€1,823,240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2,252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+69.3%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€78,995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€35.08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€1,615,538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3,330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+1981.3%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+2199.7%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€0.00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Limited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2235216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€1,492,739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4,613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-33.9%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€0.00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Trend legend: positive values indicate YoY growth, negative values indicate YoY decline.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+203.4%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Cashback: -10.9%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Other: -29.5% YoY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-13.9% YoY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587137"/>
                <a:gridCol w="1587137"/>
                <a:gridCol w="1587137"/>
                <a:gridCol w="1587137"/>
                <a:gridCol w="1587137"/>
                <a:gridCol w="1587137"/>
                <a:gridCol w="1587137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HotUKDeals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1018132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€533,516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HerculesGadgets - Dutch - SocialME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3319903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870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€305,154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€7.82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Shoptastic GB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3348437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€400,480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EverySaving.co.uk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2803474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€264,647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€0.00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adnamics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3358509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€180,761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€15.58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Voucherbox | €14,233 | 20 sales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VEVE (ES) | €8,407 | 16 sales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i-Reductions Switzerland | €2,392 | 6 sales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Opera Browser UK | €1,788 | 6 sales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2026-01-01 to 2026-04-07 vs 2025-01-01 to 2025-04-07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35,937 (Difference: -8,219; % Variance: -18.6%)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Conv Rate: 0.19% (Difference: 0.07%; % Variance: +61.5%)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Clicks: 18,579,001 (Difference: -18,281,050; % Variance: -49.6%)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Order value: €16,884,456 (Difference: -€1,999,741; % Variance: -10.6%)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Limited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Blue Light Card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YieldKit.com (CH)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Atolls 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digidip 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- 2026-01-01 to 2026-04-07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2026-01-01 to 2026-04-07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2026-04-07T10:25:13Z</dcterms:created>
  <dcterms:modified xsi:type="dcterms:W3CDTF">2026-04-07T10:25:13Z</dcterms:modified>
</cp:coreProperties>
</file>