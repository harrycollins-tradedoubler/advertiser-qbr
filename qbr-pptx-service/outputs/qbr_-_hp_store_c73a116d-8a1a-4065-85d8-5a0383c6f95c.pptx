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42,050,161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-19.7%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/ Total Commission. Higher ROI indicates greater return per unit of commission spend.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851660"/>
                <a:gridCol w="1851660"/>
                <a:gridCol w="1851660"/>
                <a:gridCol w="1851660"/>
                <a:gridCol w="1851660"/>
                <a:gridCol w="1851660"/>
              </a:tblGrid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58368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425696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193024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40080" y="4261104"/>
            <a:ext cx="10058400" cy="0"/>
          </a:xfrm>
          <a:prstGeom prst="line">
            <a:avLst/>
          </a:prstGeom>
          <a:noFill/>
          <a:ln w="12700">
            <a:solidFill>
              <a:srgbClr val="2A63D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8328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7240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AOV: £441.26 (+£44.25, +11.1%)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557784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Clicks: 42,050,161 (-10,314,194, -19.7%)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4937760" cy="38862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71" name="Text 68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2" name="Text 69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Growth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delivering the highest absolute order value increases year-over-year.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18116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£3,820,210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+£590,200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16055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6,814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£2,611,402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+£201,331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Skimlinks delivered the strongest incremental sales growth, supported by higher order value.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Decline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with the largest absolute order value decreases.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Decline Publishers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9921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£4,731,100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-£780,112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Declining publishers should be reviewed with account teams and validated before the next QBR cycle.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Performers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by Order Value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Highest-performing publishers by current period order value.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Current Performers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 Commission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9921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£4,731,100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£181,520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18116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£3,820,210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£152,808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£16.02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Trend legend: positive values indicate YoY growth, negative values indicate YoY decline.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70916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2026-04-07T10:08:02Z</dcterms:created>
  <dcterms:modified xsi:type="dcterms:W3CDTF">2026-04-07T10:08:02Z</dcterms:modified>
</cp:coreProperties>
</file>