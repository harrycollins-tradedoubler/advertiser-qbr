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640080" y="5376672"/>
            <a:ext cx="106984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10949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1277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12064" y="1783080"/>
            <a:ext cx="11109960" cy="47091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65429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654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2026-04-07T10:47:28Z</dcterms:created>
  <dcterms:modified xsi:type="dcterms:W3CDTF">2026-04-07T10:47:28Z</dcterms:modified>
</cp:coreProperties>
</file>