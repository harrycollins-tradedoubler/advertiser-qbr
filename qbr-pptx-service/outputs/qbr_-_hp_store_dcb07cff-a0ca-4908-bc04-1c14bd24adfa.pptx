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75" name="Text 73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0299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1883664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82" name="Text 80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937760" cy="1554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140817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40080" y="3931920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F3F4F6">
                <a:alpha val="2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F3F4F6">
              <a:alpha val="0"/>
            </a:srgbClr>
          </a:solidFill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75" name="Shape 73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7" name="Text 75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372600" y="0"/>
            <a:ext cx="2514600" cy="19202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502920"/>
            <a:ext cx="1554480" cy="123444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2680" y="1463040"/>
            <a:ext cx="2240280" cy="178308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2514600"/>
            <a:ext cx="2148840" cy="1737360"/>
          </a:xfrm>
          <a:prstGeom prst="hexagon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960120"/>
            <a:ext cx="1143000" cy="59436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1600200"/>
            <a:ext cx="868680" cy="10058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645920"/>
            <a:ext cx="822960" cy="123444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2880360"/>
            <a:ext cx="960120" cy="86868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52760" y="2971800"/>
            <a:ext cx="1051560" cy="685800"/>
          </a:xfrm>
          <a:prstGeom prst="line">
            <a:avLst/>
          </a:prstGeom>
          <a:noFill/>
          <a:ln w="12700">
            <a:solidFill>
              <a:srgbClr val="2F6FF2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1783080"/>
            <a:ext cx="1110996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59689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2026-04-07T11:12:03Z</dcterms:created>
  <dcterms:modified xsi:type="dcterms:W3CDTF">2026-04-07T11:12:03Z</dcterms:modified>
</cp:coreProperties>
</file>